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order to close, delve into the robust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Market Is Going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It's not a trend. It's a revolution.</a:t>
            </a:r>
          </a:p>
          <a:p>
            <a:r>
              <a:t>Leverage our cutting-edge, best-in-class platform to unlock unprecedented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